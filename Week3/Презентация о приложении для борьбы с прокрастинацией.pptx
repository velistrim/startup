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FDAFA"/>
    <a:srgbClr val="EADCF8"/>
    <a:srgbClr val="F6F1FD"/>
    <a:srgbClr val="F3EDFD"/>
    <a:srgbClr val="EDF3FD"/>
    <a:srgbClr val="F5EEFC"/>
    <a:srgbClr val="D9C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94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EB8BC81-2876-4E73-B555-C18CD108B4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7487050-2D3E-4234-9D5A-791297E98ADB}"/>
              </a:ext>
            </a:extLst>
          </p:cNvPr>
          <p:cNvSpPr/>
          <p:nvPr/>
        </p:nvSpPr>
        <p:spPr>
          <a:xfrm>
            <a:off x="251791" y="1905770"/>
            <a:ext cx="5844209" cy="2916140"/>
          </a:xfrm>
          <a:prstGeom prst="roundRect">
            <a:avLst>
              <a:gd name="adj" fmla="val 6350"/>
            </a:avLst>
          </a:prstGeom>
          <a:solidFill>
            <a:srgbClr val="DFD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6BC96-40BC-4429-8563-2C2E3EFF7852}"/>
              </a:ext>
            </a:extLst>
          </p:cNvPr>
          <p:cNvSpPr txBox="1"/>
          <p:nvPr/>
        </p:nvSpPr>
        <p:spPr>
          <a:xfrm>
            <a:off x="744499" y="2323288"/>
            <a:ext cx="1697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1. Выбери главное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31E61-BA29-4CCC-8477-6BEFA75F1446}"/>
              </a:ext>
            </a:extLst>
          </p:cNvPr>
          <p:cNvSpPr txBox="1"/>
          <p:nvPr/>
        </p:nvSpPr>
        <p:spPr>
          <a:xfrm>
            <a:off x="401716" y="379465"/>
            <a:ext cx="5887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tx2">
                    <a:lumMod val="75000"/>
                  </a:schemeClr>
                </a:solidFill>
              </a:rPr>
              <a:t>Один цикл вместо трёх приложений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E7CCB-7CA0-46D9-B3D9-D50AB024E3DC}"/>
              </a:ext>
            </a:extLst>
          </p:cNvPr>
          <p:cNvSpPr txBox="1"/>
          <p:nvPr/>
        </p:nvSpPr>
        <p:spPr>
          <a:xfrm>
            <a:off x="445273" y="240965"/>
            <a:ext cx="12137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b="1" spc="250" dirty="0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02 / РЕШЕНИЕ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6FAB8-F7EB-4C9D-AA1A-2E50253915EC}"/>
              </a:ext>
            </a:extLst>
          </p:cNvPr>
          <p:cNvSpPr txBox="1"/>
          <p:nvPr/>
        </p:nvSpPr>
        <p:spPr>
          <a:xfrm>
            <a:off x="401716" y="830989"/>
            <a:ext cx="6607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Foxstep </a:t>
            </a:r>
            <a:r>
              <a:rPr lang="ru-RU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связывает задачи, привычки и фокус – и помогает начать с посильного шага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9FD60-E0DC-4961-B465-4432373D0B78}"/>
              </a:ext>
            </a:extLst>
          </p:cNvPr>
          <p:cNvSpPr txBox="1"/>
          <p:nvPr/>
        </p:nvSpPr>
        <p:spPr>
          <a:xfrm>
            <a:off x="344422" y="1982039"/>
            <a:ext cx="12442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b="1" spc="250" dirty="0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ЦИКЛ </a:t>
            </a:r>
            <a:r>
              <a:rPr lang="en-US" sz="800" b="1" spc="22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Microsoft JhengHei UI" panose="020B0604030504040204" pitchFamily="34" charset="-120"/>
              </a:rPr>
              <a:t>FOXSTEP</a:t>
            </a:r>
            <a:endParaRPr lang="ru-RU" sz="800" b="1" spc="220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ea typeface="Microsoft JhengHei UI" panose="020B0604030504040204" pitchFamily="34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9DE5BE-627B-4DDF-8C11-C6302BC480FA}"/>
              </a:ext>
            </a:extLst>
          </p:cNvPr>
          <p:cNvSpPr txBox="1"/>
          <p:nvPr/>
        </p:nvSpPr>
        <p:spPr>
          <a:xfrm>
            <a:off x="755948" y="2521159"/>
            <a:ext cx="15183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1-2 </a:t>
            </a:r>
            <a:r>
              <a:rPr lang="ru-RU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приоритета на день</a:t>
            </a:r>
            <a:endParaRPr lang="ru-RU" sz="1050" dirty="0"/>
          </a:p>
        </p:txBody>
      </p:sp>
      <p:sp>
        <p:nvSpPr>
          <p:cNvPr id="18" name="Дуга 17">
            <a:extLst>
              <a:ext uri="{FF2B5EF4-FFF2-40B4-BE49-F238E27FC236}">
                <a16:creationId xmlns:a16="http://schemas.microsoft.com/office/drawing/2014/main" id="{E4ED10D7-5975-4B32-881D-4D44F4E220B5}"/>
              </a:ext>
            </a:extLst>
          </p:cNvPr>
          <p:cNvSpPr/>
          <p:nvPr/>
        </p:nvSpPr>
        <p:spPr>
          <a:xfrm rot="19002601">
            <a:off x="2294215" y="2497720"/>
            <a:ext cx="1596684" cy="1568293"/>
          </a:xfrm>
          <a:prstGeom prst="arc">
            <a:avLst>
              <a:gd name="adj1" fmla="val 16200000"/>
              <a:gd name="adj2" fmla="val 50680"/>
            </a:avLst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Дуга 18">
            <a:extLst>
              <a:ext uri="{FF2B5EF4-FFF2-40B4-BE49-F238E27FC236}">
                <a16:creationId xmlns:a16="http://schemas.microsoft.com/office/drawing/2014/main" id="{B54ED41B-53E2-4988-A897-6C1A39653D5E}"/>
              </a:ext>
            </a:extLst>
          </p:cNvPr>
          <p:cNvSpPr/>
          <p:nvPr/>
        </p:nvSpPr>
        <p:spPr>
          <a:xfrm rot="2974335">
            <a:off x="2730349" y="2755513"/>
            <a:ext cx="1471506" cy="1375100"/>
          </a:xfrm>
          <a:prstGeom prst="arc">
            <a:avLst>
              <a:gd name="adj1" fmla="val 16200000"/>
              <a:gd name="adj2" fmla="val 50680"/>
            </a:avLst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Дуга 19">
            <a:extLst>
              <a:ext uri="{FF2B5EF4-FFF2-40B4-BE49-F238E27FC236}">
                <a16:creationId xmlns:a16="http://schemas.microsoft.com/office/drawing/2014/main" id="{35D1BC81-310B-4A82-8D2C-712305073C89}"/>
              </a:ext>
            </a:extLst>
          </p:cNvPr>
          <p:cNvSpPr/>
          <p:nvPr/>
        </p:nvSpPr>
        <p:spPr>
          <a:xfrm rot="8089513">
            <a:off x="2274604" y="2854687"/>
            <a:ext cx="1635908" cy="1645035"/>
          </a:xfrm>
          <a:prstGeom prst="arc">
            <a:avLst>
              <a:gd name="adj1" fmla="val 16200000"/>
              <a:gd name="adj2" fmla="val 50680"/>
            </a:avLst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Дуга 20">
            <a:extLst>
              <a:ext uri="{FF2B5EF4-FFF2-40B4-BE49-F238E27FC236}">
                <a16:creationId xmlns:a16="http://schemas.microsoft.com/office/drawing/2014/main" id="{107F435D-5939-419B-835D-360052F7273F}"/>
              </a:ext>
            </a:extLst>
          </p:cNvPr>
          <p:cNvSpPr/>
          <p:nvPr/>
        </p:nvSpPr>
        <p:spPr>
          <a:xfrm rot="13514976">
            <a:off x="2038073" y="2700977"/>
            <a:ext cx="1530507" cy="1568290"/>
          </a:xfrm>
          <a:prstGeom prst="arc">
            <a:avLst>
              <a:gd name="adj1" fmla="val 16200000"/>
              <a:gd name="adj2" fmla="val 50680"/>
            </a:avLst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59781027-FA49-44A3-BE10-8948A5634CA0}"/>
              </a:ext>
            </a:extLst>
          </p:cNvPr>
          <p:cNvSpPr/>
          <p:nvPr/>
        </p:nvSpPr>
        <p:spPr>
          <a:xfrm rot="8058924">
            <a:off x="3634759" y="2704306"/>
            <a:ext cx="127000" cy="79833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Равнобедренный треугольник 22">
            <a:extLst>
              <a:ext uri="{FF2B5EF4-FFF2-40B4-BE49-F238E27FC236}">
                <a16:creationId xmlns:a16="http://schemas.microsoft.com/office/drawing/2014/main" id="{EF8B35A2-C593-46AD-9557-2C62A827F5BA}"/>
              </a:ext>
            </a:extLst>
          </p:cNvPr>
          <p:cNvSpPr/>
          <p:nvPr/>
        </p:nvSpPr>
        <p:spPr>
          <a:xfrm rot="13577241">
            <a:off x="3846190" y="4000793"/>
            <a:ext cx="127000" cy="79833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Равнобедренный треугольник 23">
            <a:extLst>
              <a:ext uri="{FF2B5EF4-FFF2-40B4-BE49-F238E27FC236}">
                <a16:creationId xmlns:a16="http://schemas.microsoft.com/office/drawing/2014/main" id="{3FE77198-3746-49AB-B57A-5229A6952990}"/>
              </a:ext>
            </a:extLst>
          </p:cNvPr>
          <p:cNvSpPr/>
          <p:nvPr/>
        </p:nvSpPr>
        <p:spPr>
          <a:xfrm rot="18852461">
            <a:off x="2430670" y="4202482"/>
            <a:ext cx="127000" cy="79833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Равнобедренный треугольник 24">
            <a:extLst>
              <a:ext uri="{FF2B5EF4-FFF2-40B4-BE49-F238E27FC236}">
                <a16:creationId xmlns:a16="http://schemas.microsoft.com/office/drawing/2014/main" id="{DF460220-DC11-4B5E-87E2-E30212B13DAB}"/>
              </a:ext>
            </a:extLst>
          </p:cNvPr>
          <p:cNvSpPr/>
          <p:nvPr/>
        </p:nvSpPr>
        <p:spPr>
          <a:xfrm rot="2448593">
            <a:off x="2223447" y="2879326"/>
            <a:ext cx="127000" cy="79833"/>
          </a:xfrm>
          <a:prstGeom prst="triangle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ACC19F-E675-4873-86FB-8C2DDAF442CC}"/>
              </a:ext>
            </a:extLst>
          </p:cNvPr>
          <p:cNvSpPr txBox="1"/>
          <p:nvPr/>
        </p:nvSpPr>
        <p:spPr>
          <a:xfrm>
            <a:off x="3955108" y="2323288"/>
            <a:ext cx="1697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2. Нажми «Начать»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480557-4E1C-4A08-9000-4CE3BA1C49E1}"/>
              </a:ext>
            </a:extLst>
          </p:cNvPr>
          <p:cNvSpPr txBox="1"/>
          <p:nvPr/>
        </p:nvSpPr>
        <p:spPr>
          <a:xfrm>
            <a:off x="702023" y="3966822"/>
            <a:ext cx="1697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4. Заверши задачу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E5D08A-9126-4F81-BA75-017959974054}"/>
              </a:ext>
            </a:extLst>
          </p:cNvPr>
          <p:cNvSpPr txBox="1"/>
          <p:nvPr/>
        </p:nvSpPr>
        <p:spPr>
          <a:xfrm>
            <a:off x="3989026" y="3970646"/>
            <a:ext cx="1697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3. Сфокусируйся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396BE6-E4F4-44E2-BCB4-A1D990689A99}"/>
              </a:ext>
            </a:extLst>
          </p:cNvPr>
          <p:cNvSpPr txBox="1"/>
          <p:nvPr/>
        </p:nvSpPr>
        <p:spPr>
          <a:xfrm>
            <a:off x="4003461" y="2546601"/>
            <a:ext cx="16487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Прямо рядом с задачей</a:t>
            </a:r>
            <a:endParaRPr lang="ru-RU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AB478C-734E-4691-A756-BFD08454B5F3}"/>
              </a:ext>
            </a:extLst>
          </p:cNvPr>
          <p:cNvSpPr txBox="1"/>
          <p:nvPr/>
        </p:nvSpPr>
        <p:spPr>
          <a:xfrm>
            <a:off x="768561" y="4170615"/>
            <a:ext cx="15183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Если не завершил, прогресс не сбросится</a:t>
            </a:r>
            <a:endParaRPr lang="ru-RU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E62E1B-E558-42E1-AE2C-D49A5552F5C7}"/>
              </a:ext>
            </a:extLst>
          </p:cNvPr>
          <p:cNvSpPr txBox="1"/>
          <p:nvPr/>
        </p:nvSpPr>
        <p:spPr>
          <a:xfrm>
            <a:off x="3982424" y="4170615"/>
            <a:ext cx="15183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Таймер на удобное количество минут</a:t>
            </a:r>
            <a:endParaRPr lang="ru-RU" sz="105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0910E7B-DC48-45A6-9BB3-AF4010A42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459" y="1982039"/>
            <a:ext cx="5970942" cy="280153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E325455-061C-425E-A094-801B585D172A}"/>
              </a:ext>
            </a:extLst>
          </p:cNvPr>
          <p:cNvSpPr txBox="1"/>
          <p:nvPr/>
        </p:nvSpPr>
        <p:spPr>
          <a:xfrm>
            <a:off x="342190" y="6118016"/>
            <a:ext cx="7113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Foxstep </a:t>
            </a:r>
            <a:r>
              <a:rPr lang="ru-RU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– приоритет на задачах, простое начало, мотивация продолжать, обзор прогресса. </a:t>
            </a:r>
          </a:p>
        </p:txBody>
      </p:sp>
    </p:spTree>
    <p:extLst>
      <p:ext uri="{BB962C8B-B14F-4D97-AF65-F5344CB8AC3E}">
        <p14:creationId xmlns:p14="http://schemas.microsoft.com/office/powerpoint/2010/main" val="192030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F6810C-C13A-4FFB-9D52-5853F7DD7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83" y="4155545"/>
            <a:ext cx="1333500" cy="257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642C49-4492-498E-B6D9-8E24EA3ADC4E}"/>
              </a:ext>
            </a:extLst>
          </p:cNvPr>
          <p:cNvSpPr txBox="1"/>
          <p:nvPr/>
        </p:nvSpPr>
        <p:spPr>
          <a:xfrm>
            <a:off x="685800" y="4082317"/>
            <a:ext cx="6367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@velis0</a:t>
            </a:r>
            <a:endParaRPr lang="ru-RU" sz="1100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8752F59-BF4E-431F-B51E-F19E275BB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583" y="4542734"/>
            <a:ext cx="2542117" cy="177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4236B6-1ED1-45CE-8209-646449349675}"/>
              </a:ext>
            </a:extLst>
          </p:cNvPr>
          <p:cNvSpPr txBox="1"/>
          <p:nvPr/>
        </p:nvSpPr>
        <p:spPr>
          <a:xfrm>
            <a:off x="711200" y="4458187"/>
            <a:ext cx="15176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</a:rPr>
              <a:t>https://foxstep.tilda.ws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B941653-8E17-4E3B-9470-A2D0B61331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9411" y="6574693"/>
            <a:ext cx="2762250" cy="180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92</Words>
  <Application>Microsoft Office PowerPoint</Application>
  <PresentationFormat>Широкоэкранный</PresentationFormat>
  <Paragraphs>22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Microsoft JhengHei UI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Foxstep — от намерения к действию</dc:title>
  <dc:subject>Foxstep — от намерения к действию</dc:subject>
  <dc:creator>DocuOne</dc:creator>
  <cp:lastModifiedBy>Дарья Голикова</cp:lastModifiedBy>
  <cp:revision>2</cp:revision>
  <dcterms:created xsi:type="dcterms:W3CDTF">2026-10-07T12:59:24Z</dcterms:created>
  <dcterms:modified xsi:type="dcterms:W3CDTF">2026-10-08T13:50:37Z</dcterms:modified>
</cp:coreProperties>
</file>